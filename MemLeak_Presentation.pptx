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find leaks without recompiling the target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leak is allocated-but-never-freed heap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busy flag, bootstrap calloc, realloc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six scenarios match expected values exactly; show make test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137160" cy="43205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Memory Leak Detection and Reporting Tool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Hackathon 17.10.2026  |  Team: ________  |  C, glibc, LD_PRELOAD, Python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1. Problem statement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memory leak = heap memory that is allocated but never freed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Leaks make long-running programs slow, then crash them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Developers need to know how much leaked and where it was allocated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Goal: a tool that detects leaks in unmodified programs and reports them clearly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2. Existing tools and the gap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Valgrind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Accurate, but 10-50x slower</a:t>
            </a:r>
            <a:endParaRPr lang="en-US" sz="1600" dirty="0"/>
          </a:p>
        </p:txBody>
      </p:sp>
      <p:sp>
        <p:nvSpPr>
          <p:cNvPr id="6" name="card1"/>
          <p:cNvSpPr/>
          <p:nvPr/>
        </p:nvSpPr>
        <p:spPr>
          <a:xfrm>
            <a:off x="329184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AddressSanitizer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Needs recompilation with flags</a:t>
            </a:r>
            <a:endParaRPr lang="en-US" sz="1600" dirty="0"/>
          </a:p>
        </p:txBody>
      </p:sp>
      <p:sp>
        <p:nvSpPr>
          <p:cNvPr id="9" name="card2"/>
          <p:cNvSpPr/>
          <p:nvPr/>
        </p:nvSpPr>
        <p:spPr>
          <a:xfrm>
            <a:off x="612648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Our tool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20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recompile, low overhead, call-site report, HTML/JSON output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3. System design</a:t>
            </a:r>
            <a:endParaRPr lang="en-US" sz="2600" dirty="0"/>
          </a:p>
        </p:txBody>
      </p:sp>
      <p:sp>
        <p:nvSpPr>
          <p:cNvPr id="4" name="box0"/>
          <p:cNvSpPr/>
          <p:nvPr/>
        </p:nvSpPr>
        <p:spPr>
          <a:xfrm>
            <a:off x="320040" y="155448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320040" y="15544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Target program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unchanged binary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80136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&gt;</a:t>
            </a:r>
            <a:endParaRPr lang="en-US" sz="2200" dirty="0"/>
          </a:p>
        </p:txBody>
      </p:sp>
      <p:sp>
        <p:nvSpPr>
          <p:cNvPr id="7" name="box1"/>
          <p:cNvSpPr/>
          <p:nvPr/>
        </p:nvSpPr>
        <p:spPr>
          <a:xfrm>
            <a:off x="2057400" y="155448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57400" y="15544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libmemleak.so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LD_PRELOAD hooks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&gt;</a:t>
            </a:r>
            <a:endParaRPr lang="en-US" sz="2200" dirty="0"/>
          </a:p>
        </p:txBody>
      </p:sp>
      <p:sp>
        <p:nvSpPr>
          <p:cNvPr id="10" name="box2"/>
          <p:cNvSpPr/>
          <p:nvPr/>
        </p:nvSpPr>
        <p:spPr>
          <a:xfrm>
            <a:off x="3794760" y="155448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94760" y="15544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memleak.log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survivors + stacks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7608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&gt;</a:t>
            </a:r>
            <a:endParaRPr lang="en-US" sz="2200" dirty="0"/>
          </a:p>
        </p:txBody>
      </p:sp>
      <p:sp>
        <p:nvSpPr>
          <p:cNvPr id="13" name="box3"/>
          <p:cNvSpPr/>
          <p:nvPr/>
        </p:nvSpPr>
        <p:spPr>
          <a:xfrm>
            <a:off x="5532120" y="155448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32120" y="15544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report.py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addr2line, grouping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01344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&gt;</a:t>
            </a:r>
            <a:endParaRPr lang="en-US" sz="2200" dirty="0"/>
          </a:p>
        </p:txBody>
      </p:sp>
      <p:sp>
        <p:nvSpPr>
          <p:cNvPr id="16" name="box4"/>
          <p:cNvSpPr/>
          <p:nvPr/>
        </p:nvSpPr>
        <p:spPr>
          <a:xfrm>
            <a:off x="7269480" y="1554480"/>
            <a:ext cx="1508760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269480" y="15544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Report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text / HTML / JSON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Hash table (65,536 buckets) of live blocks: pointer, size, call stack. Mutex-protected, O(1) insert/delete.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4. Implementation approach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Hooks: malloc, calloc, realloc, free, posix_memalign, aligned_alloc via dlsym(RTLD_NEXT)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malloc: record size + backtrace(); free: remove entry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Untracked pointer in free = double/invalid free: warn and skip (no crash)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Thread-local busy flag stops infinite recursion; static buffer serves dlsym's calloc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At exit a destructor dumps survivors; Python resolves file:line and groups by call site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5. Technologies used</a:t>
            </a:r>
            <a:endParaRPr lang="en-US" sz="2600" dirty="0"/>
          </a:p>
        </p:txBody>
      </p:sp>
      <p:sp>
        <p:nvSpPr>
          <p:cNvPr id="3" name="tech0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 + glibc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dlsym, dladdr, backtrace</a:t>
            </a:r>
            <a:endParaRPr lang="en-US" sz="2000" dirty="0"/>
          </a:p>
        </p:txBody>
      </p:sp>
      <p:sp>
        <p:nvSpPr>
          <p:cNvPr id="5" name="tech1"/>
          <p:cNvSpPr/>
          <p:nvPr/>
        </p:nvSpPr>
        <p:spPr>
          <a:xfrm>
            <a:off x="329184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1887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pthreads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thread-safe tracking</a:t>
            </a:r>
            <a:endParaRPr lang="en-US" sz="2000" dirty="0"/>
          </a:p>
        </p:txBody>
      </p:sp>
      <p:sp>
        <p:nvSpPr>
          <p:cNvPr id="7" name="tech2"/>
          <p:cNvSpPr/>
          <p:nvPr/>
        </p:nvSpPr>
        <p:spPr>
          <a:xfrm>
            <a:off x="612648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1887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Python 3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 generator</a:t>
            </a:r>
            <a:endParaRPr lang="en-US" sz="2000" dirty="0"/>
          </a:p>
        </p:txBody>
      </p:sp>
      <p:sp>
        <p:nvSpPr>
          <p:cNvPr id="9" name="tech3"/>
          <p:cNvSpPr/>
          <p:nvPr/>
        </p:nvSpPr>
        <p:spPr>
          <a:xfrm>
            <a:off x="457200" y="29260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260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binutils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addr2line</a:t>
            </a:r>
            <a:endParaRPr lang="en-US" sz="2000" dirty="0"/>
          </a:p>
        </p:txBody>
      </p:sp>
      <p:sp>
        <p:nvSpPr>
          <p:cNvPr id="11" name="tech4"/>
          <p:cNvSpPr/>
          <p:nvPr/>
        </p:nvSpPr>
        <p:spPr>
          <a:xfrm>
            <a:off x="3291840" y="29260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29260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Make + Bash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and tests</a:t>
            </a:r>
            <a:endParaRPr lang="en-US" sz="2000" dirty="0"/>
          </a:p>
        </p:txBody>
      </p:sp>
      <p:sp>
        <p:nvSpPr>
          <p:cNvPr id="13" name="tech5"/>
          <p:cNvSpPr/>
          <p:nvPr/>
        </p:nvSpPr>
        <p:spPr>
          <a:xfrm>
            <a:off x="6126480" y="292608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92608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Valgrind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cross-validation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6. Testing and results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Result (leaks / bytes)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no_leak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0 / 0 B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9D5D"/>
                          </a:solidFill>
                        </a:rPr>
                        <a:t>PASS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simple_leak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 / 100 B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9D5D"/>
                          </a:solidFill>
                        </a:rPr>
                        <a:t>PASS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loop_leak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100 / 6400 B (1 call site)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9D5D"/>
                          </a:solidFill>
                        </a:rPr>
                        <a:t>PASS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double_free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2 invalid frees, no crash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9D5D"/>
                          </a:solidFill>
                        </a:rPr>
                        <a:t>PASS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realloc_test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 / 4096 B, no false positives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9D5D"/>
                          </a:solidFill>
                        </a:rPr>
                        <a:t>PASS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threads_leak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</a:rPr>
                        <a:t>100 / 12800 B (4 threads)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9D5D"/>
                          </a:solidFill>
                        </a:rPr>
                        <a:t>PASS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Cross-checked against Valgrind --leak-check=full (add your screenshot here).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7. Sample output</a:t>
            </a:r>
            <a:endParaRPr lang="en-US" sz="26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E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LEAKS: 100 blocks, 6400 bytes | Invalid frees: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BE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#1  6400 bytes in 100 block(s)  [sizes: 64]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BE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at leak_one() tests/loop_leak.c:4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BE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by main()     tests/loop_leak.c:6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Grouped by call site and sorted by bytes leaked; same data is exported as HTML and JSON.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8. Impact, limitations, future work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Impact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Finds leaks without recompiling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Points to the exact source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CI-friendly: --fail-on-leak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Limitations / next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46304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Linux/glibc only, no mmap tracking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Reachable-at-exit counts as leak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Next: memory-vs-time graph, new/delete mismatch, reachability scan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9. Team roles</a:t>
            </a:r>
            <a:endParaRPr lang="en-US" sz="2600" dirty="0"/>
          </a:p>
        </p:txBody>
      </p:sp>
      <p:sp>
        <p:nvSpPr>
          <p:cNvPr id="3" name="role0"/>
          <p:cNvSpPr/>
          <p:nvPr/>
        </p:nvSpPr>
        <p:spPr>
          <a:xfrm>
            <a:off x="45720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Member 1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Core interposer</a:t>
            </a:r>
            <a:endParaRPr lang="en-US" sz="1800" dirty="0"/>
          </a:p>
        </p:txBody>
      </p:sp>
      <p:sp>
        <p:nvSpPr>
          <p:cNvPr id="5" name="role1"/>
          <p:cNvSpPr/>
          <p:nvPr/>
        </p:nvSpPr>
        <p:spPr>
          <a:xfrm>
            <a:off x="256032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37160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Member 2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Stack traces + report.py</a:t>
            </a:r>
            <a:endParaRPr lang="en-US" sz="1800" dirty="0"/>
          </a:p>
        </p:txBody>
      </p:sp>
      <p:sp>
        <p:nvSpPr>
          <p:cNvPr id="7" name="role2"/>
          <p:cNvSpPr/>
          <p:nvPr/>
        </p:nvSpPr>
        <p:spPr>
          <a:xfrm>
            <a:off x="466344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37160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Member 3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Tests + Valgrind comparison</a:t>
            </a:r>
            <a:endParaRPr lang="en-US" sz="1800" dirty="0"/>
          </a:p>
        </p:txBody>
      </p:sp>
      <p:sp>
        <p:nvSpPr>
          <p:cNvPr id="9" name="role3"/>
          <p:cNvSpPr/>
          <p:nvPr/>
        </p:nvSpPr>
        <p:spPr>
          <a:xfrm>
            <a:off x="676656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371600"/>
            <a:ext cx="1920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Member 4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Docs, PPT, demo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GitHub: &lt;your-repo-link&gt;   |   Thank you - 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mLeak">
  <a:themeElements>
    <a:clrScheme name="MemLeak">
      <a:dk1>
        <a:srgbClr val="1B2430"/>
      </a:dk1>
      <a:lt1>
        <a:srgbClr val="FFFFFF"/>
      </a:lt1>
      <a:dk2>
        <a:srgbClr val="0F2A43"/>
      </a:dk2>
      <a:lt2>
        <a:srgbClr val="F2F5F9"/>
      </a:lt2>
      <a:accent1>
        <a:srgbClr val="1F7A8C"/>
      </a:accent1>
      <a:accent2>
        <a:srgbClr val="E4572E"/>
      </a:accent2>
      <a:accent3>
        <a:srgbClr val="3A9D5D"/>
      </a:accent3>
      <a:accent4>
        <a:srgbClr val="F2A541"/>
      </a:accent4>
      <a:accent5>
        <a:srgbClr val="5B6C8F"/>
      </a:accent5>
      <a:accent6>
        <a:srgbClr val="8E5572"/>
      </a:accent6>
      <a:hlink>
        <a:srgbClr val="1F7A8C"/>
      </a:hlink>
      <a:folHlink>
        <a:srgbClr val="5B6C8F"/>
      </a:folHlink>
    </a:clrScheme>
    <a:fontScheme name="MemLea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2026-10-16T05:35:19Z</dcterms:created>
  <dcterms:modified xsi:type="dcterms:W3CDTF">2026-10-16T05:35:19Z</dcterms:modified>
</cp:coreProperties>
</file>